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63" d="100"/>
          <a:sy n="163" d="100"/>
        </p:scale>
        <p:origin x="180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" Type="http://schemas.openxmlformats.org/officeDocument/2006/relationships/slide" Target="slides/slide2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" Type="http://schemas.openxmlformats.org/officeDocument/2006/relationships/slide" Target="slides/slide3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" Type="http://schemas.openxmlformats.org/officeDocument/2006/relationships/slide" Target="slides/slide4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Relationship Id="rId4" Type="http://schemas.openxmlformats.org/officeDocument/2006/relationships/image" Target="../media/image1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116.png"/><Relationship Id="rId4" Type="http://schemas.openxmlformats.org/officeDocument/2006/relationships/image" Target="../media/image11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Relationship Id="rId4" Type="http://schemas.openxmlformats.org/officeDocument/2006/relationships/image" Target="../media/image12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Relationship Id="rId4" Type="http://schemas.openxmlformats.org/officeDocument/2006/relationships/image" Target="../media/image13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Relationship Id="rId4" Type="http://schemas.openxmlformats.org/officeDocument/2006/relationships/image" Target="../media/image13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Relationship Id="rId3" Type="http://schemas.openxmlformats.org/officeDocument/2006/relationships/image" Target="../media/image137.png"/><Relationship Id="rId4" Type="http://schemas.openxmlformats.org/officeDocument/2006/relationships/image" Target="../media/image13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43.png"/><Relationship Id="rId4" Type="http://schemas.openxmlformats.org/officeDocument/2006/relationships/image" Target="../media/image14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png"/><Relationship Id="rId3" Type="http://schemas.openxmlformats.org/officeDocument/2006/relationships/image" Target="../media/image146.png"/><Relationship Id="rId4" Type="http://schemas.openxmlformats.org/officeDocument/2006/relationships/image" Target="../media/image14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png"/><Relationship Id="rId3" Type="http://schemas.openxmlformats.org/officeDocument/2006/relationships/image" Target="../media/image149.png"/><Relationship Id="rId4" Type="http://schemas.openxmlformats.org/officeDocument/2006/relationships/image" Target="../media/image1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0 - Sobol</a:t>
            </a:r>
          </a:p>
        </p:txBody>
      </p:sp>
      <p:pic>
        <p:nvPicPr>
          <p:cNvPr id="3" name="Picture 2" descr="plot_tria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5.286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42E3F361-C688-7379-ED07-1C52F4B2D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10007"/>
            <a:ext cx="8164064" cy="19528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1CC3E6F-0820-7CFF-CC00-C8A04041A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1264" y="4367112"/>
            <a:ext cx="3296110" cy="2238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1 - Sobol</a:t>
            </a:r>
          </a:p>
        </p:txBody>
      </p:sp>
      <p:pic>
        <p:nvPicPr>
          <p:cNvPr id="3" name="Picture 2" descr="plot_tria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2.138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13.193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0.1380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5AB61636-A07F-0520-F15D-D9B30E009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10007"/>
            <a:ext cx="8125959" cy="19528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535B0E-A0CE-EABD-D25B-68E0EC8DF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3159" y="4252797"/>
            <a:ext cx="3210373" cy="22101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2 - Sobol</a:t>
            </a:r>
          </a:p>
        </p:txBody>
      </p:sp>
      <p:pic>
        <p:nvPicPr>
          <p:cNvPr id="3" name="Picture 2" descr="plot_tria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0.649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9.464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0.4098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949037B-C937-D023-9472-80C8CC484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4484"/>
            <a:ext cx="8116433" cy="19814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B4DB84-40AD-DD41-FAD7-7B3B04708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9688" y="4355379"/>
            <a:ext cx="3238952" cy="22005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3 - Sobol</a:t>
            </a:r>
          </a:p>
        </p:txBody>
      </p:sp>
      <p:pic>
        <p:nvPicPr>
          <p:cNvPr id="3" name="Picture 2" descr="plot_tria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0.996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4.564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0.2465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EEF2AF21-B688-070D-8BA0-CD5A55156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10007"/>
            <a:ext cx="8116433" cy="1971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37DD53-11B8-080C-C3F6-4604B9DE7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3633" y="4290901"/>
            <a:ext cx="3200847" cy="21910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4 - Sobol</a:t>
            </a:r>
          </a:p>
        </p:txBody>
      </p:sp>
      <p:pic>
        <p:nvPicPr>
          <p:cNvPr id="3" name="Picture 2" descr="plot_tria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77593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15.635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0.4440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00FB05C4-D601-7170-CEA3-AF3BD5A6F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00553"/>
            <a:ext cx="8116433" cy="19814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C8BA0B-F5DF-65A8-44DA-D2D65CF4C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164" y="4372200"/>
            <a:ext cx="2267266" cy="20291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5 - Sobol</a:t>
            </a:r>
          </a:p>
        </p:txBody>
      </p:sp>
      <p:pic>
        <p:nvPicPr>
          <p:cNvPr id="3" name="Picture 2" descr="plot_tria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1.725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14.078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0.2408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74F0E5E-40F7-824E-B1C9-A7E220EE2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8145012" cy="20005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BD04BD-9DD7-3999-8049-D58C1260D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6642" y="4067104"/>
            <a:ext cx="3115110" cy="2505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6 - BoTorch</a:t>
            </a:r>
          </a:p>
        </p:txBody>
      </p:sp>
      <p:pic>
        <p:nvPicPr>
          <p:cNvPr id="3" name="Picture 2" descr="plot_trial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1.477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9.876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0.2484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3A16FDF-3E25-FD39-7465-0C4B62CEF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590" y="4167935"/>
            <a:ext cx="3134162" cy="22577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E63E5E-204A-E792-51F6-9C5B2DF1D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29264"/>
            <a:ext cx="8125959" cy="20005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7 - BoTorch</a:t>
            </a:r>
          </a:p>
        </p:txBody>
      </p:sp>
      <p:pic>
        <p:nvPicPr>
          <p:cNvPr id="3" name="Picture 2" descr="plot_trial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2.698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14.936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0.1496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624D54C-3553-8B2F-D2FE-9B0C25B8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52" y="4219271"/>
            <a:ext cx="2962688" cy="21815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308DB5-F2EF-A493-FEBC-ADC4F2F8A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10007"/>
            <a:ext cx="8116433" cy="20005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8 - BoTorch</a:t>
            </a:r>
          </a:p>
        </p:txBody>
      </p:sp>
      <p:pic>
        <p:nvPicPr>
          <p:cNvPr id="3" name="Picture 2" descr="plot_trial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1.191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13.491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0.2968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07E8A531-FD2C-5470-ADE1-256503ED0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147" y="4400271"/>
            <a:ext cx="3067478" cy="20005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CC288C-0555-C505-B321-E2C4E3653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10007"/>
            <a:ext cx="8154538" cy="1971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9 - BoTorch</a:t>
            </a:r>
          </a:p>
        </p:txBody>
      </p:sp>
      <p:pic>
        <p:nvPicPr>
          <p:cNvPr id="3" name="Picture 2" descr="plot_trial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2.483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13.327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0.1388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42C4CC4-B14D-8B7D-41A5-F1E2E48A3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057" y="4228797"/>
            <a:ext cx="3105583" cy="21720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71E36B-304C-5869-F59C-471CA1407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28850"/>
            <a:ext cx="8135485" cy="1971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10 - BoTorch</a:t>
            </a:r>
          </a:p>
        </p:txBody>
      </p:sp>
      <p:pic>
        <p:nvPicPr>
          <p:cNvPr id="3" name="Picture 2" descr="plot_trial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2.850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15.226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0.1515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7B8EC464-2C30-2D32-435F-AAE001F35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742" y="4219271"/>
            <a:ext cx="2133898" cy="21815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D708EF-B5B4-8E10-8ABB-D8F72ED34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0271"/>
            <a:ext cx="8145012" cy="20005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11 - BoTorch</a:t>
            </a:r>
          </a:p>
        </p:txBody>
      </p:sp>
      <p:pic>
        <p:nvPicPr>
          <p:cNvPr id="3" name="Picture 2" descr="plot_tria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1.309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14.223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0.2804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4C200AC-E143-5D41-5843-A2300C1F8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057" y="4209744"/>
            <a:ext cx="3105583" cy="2191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E489DE-4F32-19BD-D9E7-4D936820D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00244"/>
            <a:ext cx="8145012" cy="20100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12 - BoTorch</a:t>
            </a:r>
          </a:p>
        </p:txBody>
      </p:sp>
      <p:pic>
        <p:nvPicPr>
          <p:cNvPr id="3" name="Picture 2" descr="plot_trial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15.034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0.3894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9AFF585-16DB-7005-4944-BE0835BF7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379" y="4162113"/>
            <a:ext cx="3029373" cy="22386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52DEC2-A301-B699-5FE6-03CD9D77E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0271"/>
            <a:ext cx="8125959" cy="20005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13 - BoTorch</a:t>
            </a:r>
          </a:p>
        </p:txBody>
      </p:sp>
      <p:pic>
        <p:nvPicPr>
          <p:cNvPr id="3" name="Picture 2" descr="plot_trial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1.132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13.221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0.3058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34CB63D-CFFA-DB72-C317-CB1A6B6CB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425" y="4390744"/>
            <a:ext cx="3153215" cy="2010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F02C61-279B-9CFE-CCAB-49451520D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9797"/>
            <a:ext cx="8145012" cy="19910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14 - BoTorch</a:t>
            </a:r>
          </a:p>
        </p:txBody>
      </p:sp>
      <p:pic>
        <p:nvPicPr>
          <p:cNvPr id="3" name="Picture 2" descr="plot_trial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0.957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12.335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0.3319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67697A-2CA2-E174-AF86-9241C12B8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3200" y="4457429"/>
            <a:ext cx="3048425" cy="19433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B109F1-0E92-283D-9B5B-861C316F5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28849"/>
            <a:ext cx="8125959" cy="20005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15 - BoTorch</a:t>
            </a:r>
          </a:p>
        </p:txBody>
      </p:sp>
      <p:pic>
        <p:nvPicPr>
          <p:cNvPr id="3" name="Picture 2" descr="plot_trial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10.287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0.3831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82C9BCC-E333-91BB-882E-230460085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267" y="4228797"/>
            <a:ext cx="3210373" cy="21720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719B7B-0B2D-007F-A540-8D4C2AD80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90744"/>
            <a:ext cx="8125959" cy="20100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16 - BoTorch</a:t>
            </a:r>
          </a:p>
        </p:txBody>
      </p:sp>
      <p:pic>
        <p:nvPicPr>
          <p:cNvPr id="3" name="Picture 2" descr="plot_trial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2.428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0.2475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AEFE5EE3-C895-2EBA-E643-594BF350E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215" y="4190692"/>
            <a:ext cx="3048425" cy="22101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411B76-088B-00FF-E411-F39840C79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28850"/>
            <a:ext cx="8145012" cy="1971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17 - BoTorch</a:t>
            </a:r>
          </a:p>
        </p:txBody>
      </p:sp>
      <p:pic>
        <p:nvPicPr>
          <p:cNvPr id="3" name="Picture 2" descr="plot_trial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0.962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8.371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0.2913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9ED4D29-CD93-F928-B9A0-FA4FA09B9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425" y="4190692"/>
            <a:ext cx="3153215" cy="22101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B0447F-5EB4-8B41-3B29-97B1C5D85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19323"/>
            <a:ext cx="8135485" cy="198147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18 - Sobol</a:t>
            </a:r>
          </a:p>
        </p:txBody>
      </p:sp>
      <p:pic>
        <p:nvPicPr>
          <p:cNvPr id="3" name="Picture 2" descr="plot_trial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2.251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13.130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0.1375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7771CC16-E1EE-0734-B74E-9962EB54C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4004" y="4209744"/>
            <a:ext cx="3124636" cy="2191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7AA3F7-DD01-71FB-D305-0B07CE158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28850"/>
            <a:ext cx="8116433" cy="19719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507728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19 - Sobol</a:t>
            </a:r>
          </a:p>
        </p:txBody>
      </p:sp>
      <p:pic>
        <p:nvPicPr>
          <p:cNvPr id="3" name="Picture 2" descr="plot_trial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1.538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8.927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0.2117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5C6D691-5C7A-A032-7995-9BD46A629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425" y="3742954"/>
            <a:ext cx="3153215" cy="26578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4BA64D-1B38-FF37-6FEF-514B48758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9797"/>
            <a:ext cx="8183117" cy="19910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20 - Sobol</a:t>
            </a:r>
          </a:p>
        </p:txBody>
      </p:sp>
      <p:pic>
        <p:nvPicPr>
          <p:cNvPr id="3" name="Picture 2" descr="plot_trial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8.790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0.2949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5EA4374-67B1-027E-61D7-5BDA96E8A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057" y="3714375"/>
            <a:ext cx="3105583" cy="2686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E1D45A-CFF1-CCC0-6E3B-CA82D5750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19738"/>
            <a:ext cx="8125959" cy="198147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21 - Sobol</a:t>
            </a:r>
          </a:p>
        </p:txBody>
      </p:sp>
      <p:pic>
        <p:nvPicPr>
          <p:cNvPr id="3" name="Picture 2" descr="plot_trial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1.475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6.761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0.1613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54E24B09-8F01-8F89-728D-DC013A425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951" y="3781474"/>
            <a:ext cx="3143689" cy="2619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A23797-13D5-8C2B-4D60-9F9A58540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19738"/>
            <a:ext cx="8135485" cy="198147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22 - Sobol</a:t>
            </a:r>
          </a:p>
        </p:txBody>
      </p:sp>
      <p:pic>
        <p:nvPicPr>
          <p:cNvPr id="3" name="Picture 2" descr="plot_trial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15.748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0.3746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206BF4D-B22C-F31C-1203-8F1C7A658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215" y="3790586"/>
            <a:ext cx="3048425" cy="26102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6FBEDD-E7D3-AAE3-509B-83FFD9E60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19738"/>
            <a:ext cx="8135485" cy="198147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23 - Sobol</a:t>
            </a:r>
          </a:p>
        </p:txBody>
      </p:sp>
      <p:pic>
        <p:nvPicPr>
          <p:cNvPr id="3" name="Picture 2" descr="plot_trial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1.835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11.118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0.1706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A750F9E0-416F-25AD-FA0A-6E105F822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2109" y="3847744"/>
            <a:ext cx="3086531" cy="2553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067002-FB5E-5494-8344-BF1816788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0271"/>
            <a:ext cx="8145012" cy="200052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24 - Sobol</a:t>
            </a:r>
          </a:p>
        </p:txBody>
      </p:sp>
      <p:pic>
        <p:nvPicPr>
          <p:cNvPr id="3" name="Picture 2" descr="plot_trial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3.957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16.082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0.1893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59FC72F-C410-08D3-5442-0902C7B19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478" y="3800112"/>
            <a:ext cx="3134162" cy="26006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CF2E3B-5E06-50AE-9C5A-0291DA9CF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9797"/>
            <a:ext cx="8145012" cy="199100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25 - Sobol</a:t>
            </a:r>
          </a:p>
        </p:txBody>
      </p:sp>
      <p:pic>
        <p:nvPicPr>
          <p:cNvPr id="3" name="Picture 2" descr="plot_trial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2.106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7.336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0.0408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CA4F739-C4FD-788A-E851-9B8D6BE68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9267" y="3838217"/>
            <a:ext cx="3029373" cy="25625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593372-8E2E-8739-7A7B-23DCE6F12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81218"/>
            <a:ext cx="8154538" cy="201958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26 - Sobol</a:t>
            </a:r>
          </a:p>
        </p:txBody>
      </p:sp>
      <p:pic>
        <p:nvPicPr>
          <p:cNvPr id="3" name="Picture 2" descr="plot_trial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1.737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11.565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0.1941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89B5A15-2052-5E0E-0D92-C7FFDD4C1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215" y="3781059"/>
            <a:ext cx="3048425" cy="26197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A641C3-BCEE-8255-95D4-A064E9478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90744"/>
            <a:ext cx="8164064" cy="20100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27 - Sobol</a:t>
            </a:r>
          </a:p>
        </p:txBody>
      </p:sp>
      <p:pic>
        <p:nvPicPr>
          <p:cNvPr id="3" name="Picture 2" descr="plot_trial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1.351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11.673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0.2721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A69133D5-660B-5A9A-D13F-580C56C01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2109" y="3742954"/>
            <a:ext cx="3086531" cy="26578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AE71F4-CAE4-D203-E3A9-DA1E249D5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9797"/>
            <a:ext cx="8145012" cy="199100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28 - Sobol</a:t>
            </a:r>
          </a:p>
        </p:txBody>
      </p:sp>
      <p:pic>
        <p:nvPicPr>
          <p:cNvPr id="3" name="Picture 2" descr="plot_trial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3.574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0.2965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565B71E-538C-01CD-381F-25E38BFD9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52" y="3966623"/>
            <a:ext cx="2962688" cy="24768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F7000D-EC7C-7878-A560-DECA02280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52466"/>
            <a:ext cx="8135485" cy="199100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29 - Sobol</a:t>
            </a:r>
          </a:p>
        </p:txBody>
      </p:sp>
      <p:pic>
        <p:nvPicPr>
          <p:cNvPr id="3" name="Picture 2" descr="plot_trial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1.596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15.892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0.2583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3C38902-A2A8-408A-6F7C-750245097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1162" y="3819165"/>
            <a:ext cx="3067478" cy="25816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F91B07-47B4-BFC6-F40C-06C753946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9797"/>
            <a:ext cx="8135485" cy="199100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30 - BoTorch</a:t>
            </a:r>
          </a:p>
        </p:txBody>
      </p:sp>
      <p:pic>
        <p:nvPicPr>
          <p:cNvPr id="3" name="Picture 2" descr="plot_trial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2.247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9.367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0.0520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0FC0DF8A-81B8-8C1E-F975-6F52C56F8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320" y="3819165"/>
            <a:ext cx="3010320" cy="25816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1F7698-A6F9-24ED-BD2F-710EF22BA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81218"/>
            <a:ext cx="8173591" cy="201958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31 - BoTorch</a:t>
            </a:r>
          </a:p>
        </p:txBody>
      </p:sp>
      <p:pic>
        <p:nvPicPr>
          <p:cNvPr id="3" name="Picture 2" descr="plot_trial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1.215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9.570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0.2817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C4B61C7D-3228-7EDD-55E4-0DD3D7D95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636" y="3781059"/>
            <a:ext cx="3077004" cy="26197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9694D7-C2A1-90DB-C817-60B67B242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0271"/>
            <a:ext cx="8145012" cy="200052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32 - BoTorch</a:t>
            </a:r>
          </a:p>
        </p:txBody>
      </p:sp>
      <p:pic>
        <p:nvPicPr>
          <p:cNvPr id="3" name="Picture 2" descr="plot_trial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5.988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0.2856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F454B12-5F99-167A-1888-85AEE215D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162" y="3771533"/>
            <a:ext cx="2886478" cy="26292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6EE631-B738-B82C-1BFA-E52A3E276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9797"/>
            <a:ext cx="8154538" cy="199100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33 - BoTorch</a:t>
            </a:r>
          </a:p>
        </p:txBody>
      </p:sp>
      <p:pic>
        <p:nvPicPr>
          <p:cNvPr id="3" name="Picture 2" descr="plot_trial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1.653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12.254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0.1715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54A896A-F3BE-C4A3-111F-6285995B9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425" y="3790586"/>
            <a:ext cx="3153215" cy="26102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220A47-A335-167D-DC82-C0C19AE39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90744"/>
            <a:ext cx="8125959" cy="201005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34 - BoTorch</a:t>
            </a:r>
          </a:p>
        </p:txBody>
      </p:sp>
      <p:pic>
        <p:nvPicPr>
          <p:cNvPr id="3" name="Picture 2" descr="plot_trial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3.774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6.895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0.0883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12821AF-568E-51EE-0048-60D816B59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4004" y="4190692"/>
            <a:ext cx="3124636" cy="22101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A8242C-C095-78F9-4485-B78A88976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00244"/>
            <a:ext cx="8173591" cy="199100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35 - BoTorch</a:t>
            </a:r>
          </a:p>
        </p:txBody>
      </p:sp>
      <p:pic>
        <p:nvPicPr>
          <p:cNvPr id="3" name="Picture 2" descr="plot_trial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0.992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8.355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0.2713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74E0905-9A7A-E639-14BB-937C494A4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899" y="4266902"/>
            <a:ext cx="2981741" cy="21338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A85E67-B422-AB58-68D8-8ED6603A3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9797"/>
            <a:ext cx="8135485" cy="199100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36 - BoTorch</a:t>
            </a:r>
          </a:p>
        </p:txBody>
      </p:sp>
      <p:pic>
        <p:nvPicPr>
          <p:cNvPr id="3" name="Picture 2" descr="plot_trial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0.601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6.146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0.3309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FE79AFD-D203-95DA-162A-765CFDA14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1162" y="4190692"/>
            <a:ext cx="3067478" cy="22101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99EB49-991B-F96B-7E03-0B7D5C3C8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9797"/>
            <a:ext cx="8183117" cy="199100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37 - BoTorch</a:t>
            </a:r>
          </a:p>
        </p:txBody>
      </p:sp>
      <p:pic>
        <p:nvPicPr>
          <p:cNvPr id="3" name="Picture 2" descr="plot_trial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3.242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17.393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0.1966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A6B500A-642E-5C37-D4E1-3BBC302FC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427" y="4009691"/>
            <a:ext cx="2067213" cy="23911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3B26F6-89EA-E08A-C761-3126A9304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62165"/>
            <a:ext cx="8164064" cy="203863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38 - BoTorch</a:t>
            </a:r>
          </a:p>
        </p:txBody>
      </p:sp>
      <p:pic>
        <p:nvPicPr>
          <p:cNvPr id="3" name="Picture 2" descr="plot_trial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1.988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15.389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0.1306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662B758-137B-DC3B-CB90-3848ADAD4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532" y="4409797"/>
            <a:ext cx="2029108" cy="19910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0CAFEA-9835-396F-3FF3-235E5CF71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28850"/>
            <a:ext cx="8135485" cy="19719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39 - BoTorch</a:t>
            </a:r>
          </a:p>
        </p:txBody>
      </p:sp>
      <p:pic>
        <p:nvPicPr>
          <p:cNvPr id="3" name="Picture 2" descr="plot_trial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1.739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10.028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0.1808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9C1065F-BB4E-3571-5E08-C15C66738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0005" y="3847744"/>
            <a:ext cx="2038635" cy="2553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85C2A6-85FB-9E9F-04E3-BB231DA95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71692"/>
            <a:ext cx="8173591" cy="202910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40 - BoTorch</a:t>
            </a:r>
          </a:p>
        </p:txBody>
      </p:sp>
      <p:pic>
        <p:nvPicPr>
          <p:cNvPr id="3" name="Picture 2" descr="plot_trial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14.028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0.3135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968AD29-65AF-FB1C-C527-4C0798564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269" y="4000165"/>
            <a:ext cx="2124371" cy="24006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EF4D27-E89A-2D14-F426-2E586EBC5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19323"/>
            <a:ext cx="8164064" cy="198147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41 - BoTorch</a:t>
            </a:r>
          </a:p>
        </p:txBody>
      </p:sp>
      <p:pic>
        <p:nvPicPr>
          <p:cNvPr id="3" name="Picture 2" descr="plot_trial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14.818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0.3431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F2D203A-92B6-7ABF-433A-5E93E5BFE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057" y="4209744"/>
            <a:ext cx="3105583" cy="2191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1FD5D6-A2B7-94A9-F879-9F68521AF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81218"/>
            <a:ext cx="8145012" cy="201958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42 - BoTorch</a:t>
            </a:r>
          </a:p>
        </p:txBody>
      </p:sp>
      <p:pic>
        <p:nvPicPr>
          <p:cNvPr id="3" name="Picture 2" descr="plot_trial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1.117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8.833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0.2501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22D9766-97B0-D94E-FD52-D05150DF2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1162" y="4181165"/>
            <a:ext cx="3067478" cy="22196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5623CC-ADCD-D956-9C21-67E76684E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90744"/>
            <a:ext cx="8145012" cy="201005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43 - BoTorch</a:t>
            </a:r>
          </a:p>
        </p:txBody>
      </p:sp>
      <p:pic>
        <p:nvPicPr>
          <p:cNvPr id="3" name="Picture 2" descr="plot_trial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15.745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5EAC872-81AB-05A7-B3B9-72A3D66B2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530" y="3838217"/>
            <a:ext cx="3115110" cy="25625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58D55A-2867-DD68-EDCE-515D77EF4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71692"/>
            <a:ext cx="8154538" cy="202910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44 - BoTorch</a:t>
            </a:r>
          </a:p>
        </p:txBody>
      </p:sp>
      <p:pic>
        <p:nvPicPr>
          <p:cNvPr id="3" name="Picture 2" descr="plot_trial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2.280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6.601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0.0367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839FE7A-4760-6F64-3797-3B7C491E2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583" y="3828691"/>
            <a:ext cx="3096057" cy="25721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DEA3C9-C5E3-7243-8A05-2272F51CD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28850"/>
            <a:ext cx="8135485" cy="197195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45 - BoTorch</a:t>
            </a:r>
          </a:p>
        </p:txBody>
      </p:sp>
      <p:pic>
        <p:nvPicPr>
          <p:cNvPr id="3" name="Picture 2" descr="plot_trial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5.472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0.2846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8B1B09E-014C-01E5-ED25-680CAC2BD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583" y="4200218"/>
            <a:ext cx="3096057" cy="22005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8ADF54-7D59-A1E9-EB8B-11527A9C7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19323"/>
            <a:ext cx="8135485" cy="198147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46 - BoTorch</a:t>
            </a:r>
          </a:p>
        </p:txBody>
      </p:sp>
      <p:pic>
        <p:nvPicPr>
          <p:cNvPr id="3" name="Picture 2" descr="plot_trial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2.164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5.922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0.0329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36F476A-AC27-BEAE-0C7D-D6B4C3C26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478" y="3866796"/>
            <a:ext cx="3134162" cy="2534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C3F1E8-648B-34A5-520B-EB3E5FB6C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90744"/>
            <a:ext cx="8164064" cy="201005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47 - BoTorch</a:t>
            </a:r>
          </a:p>
        </p:txBody>
      </p:sp>
      <p:pic>
        <p:nvPicPr>
          <p:cNvPr id="3" name="Picture 2" descr="plot_trial_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99588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1.598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15.179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0.2069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E1519C2-A61B-5571-B4ED-FEB42D5DC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9267" y="3790586"/>
            <a:ext cx="3029373" cy="26102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C41495-DBE3-806F-74BC-5907937FD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0271"/>
            <a:ext cx="8154538" cy="200052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48 - BoTorch</a:t>
            </a:r>
          </a:p>
        </p:txBody>
      </p:sp>
      <p:pic>
        <p:nvPicPr>
          <p:cNvPr id="3" name="Picture 2" descr="plot_trial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9330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3.558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FBE7A0B-C9B5-083F-91A6-E3850EEAA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425" y="4190692"/>
            <a:ext cx="3153215" cy="22101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FC4902-7F1B-E900-6849-A2610DA19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71692"/>
            <a:ext cx="8183117" cy="202910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Trial 49 - BoTorch</a:t>
            </a:r>
          </a:p>
        </p:txBody>
      </p:sp>
      <p:pic>
        <p:nvPicPr>
          <p:cNvPr id="3" name="Picture 2" descr="plot_trial_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577840" cy="36870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058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Separation (Resolution)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Elution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5.763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#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6C918CC-1FEB-11C0-61E0-ACEC02EB6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951" y="3885849"/>
            <a:ext cx="3143689" cy="25149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51336F-BF37-1339-1924-8159144EF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19738"/>
            <a:ext cx="8135485" cy="19814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1003</Words>
  <Application>Microsoft Office PowerPoint</Application>
  <PresentationFormat>Custom</PresentationFormat>
  <Paragraphs>550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Clark Zhang</cp:lastModifiedBy>
  <cp:revision>2</cp:revision>
  <dcterms:created xsi:type="dcterms:W3CDTF">2013-01-27T09:14:16Z</dcterms:created>
  <dcterms:modified xsi:type="dcterms:W3CDTF">2025-08-27T00:28:23Z</dcterms:modified>
  <cp:category/>
</cp:coreProperties>
</file>